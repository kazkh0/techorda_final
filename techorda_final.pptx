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81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03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65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87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04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07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15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352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03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98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8250674-CB7F-4289-B026-1A0346160EEF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D191F8C-9B50-445B-B80D-2BBB8E71A3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50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B7DD-BF98-36CF-7666-6B9FFC0B0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dirty="0">
                <a:latin typeface="Arial Black" panose="020B0A04020102020204" pitchFamily="34" charset="0"/>
              </a:rPr>
              <a:t>Проект: </a:t>
            </a:r>
            <a:r>
              <a:rPr lang="ru-RU" sz="5400" b="1" dirty="0">
                <a:latin typeface="Arial Black" panose="020B0A04020102020204" pitchFamily="34" charset="0"/>
              </a:rPr>
              <a:t>Прогнозирование победителя матча Английской Премьер-лиги</a:t>
            </a:r>
            <a:endParaRPr lang="ru-RU" sz="54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1BF5A-3414-3A92-4E5C-4D48CCF78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основе собранных данных (сезон 2014/15-2024/25)</a:t>
            </a:r>
          </a:p>
        </p:txBody>
      </p:sp>
    </p:spTree>
    <p:extLst>
      <p:ext uri="{BB962C8B-B14F-4D97-AF65-F5344CB8AC3E}">
        <p14:creationId xmlns:p14="http://schemas.microsoft.com/office/powerpoint/2010/main" val="1208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DB1BF0-ECDE-7819-753D-C0103BB1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Вопрос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 Как дать футбольному менеджеру или аналитику простой инструмент для прогноза результата матча?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68B204-5F15-A20D-A0B8-C1AB2A316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Arial Black" panose="020B0A04020102020204" pitchFamily="34" charset="0"/>
              </a:rPr>
              <a:t>Учитывается: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команда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соперник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дома / в гостях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недавняя форма команды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D6EB9-E080-311C-620C-0005014D1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Цель проекта: 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Создать ML-модель и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-приложение, которое предсказывает, выиграет ли выбранная команда матч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23E43-8B32-6B0D-92DB-895A2C2A4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3" y="3251856"/>
            <a:ext cx="7284311" cy="245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3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7857-5871-8CB4-3246-ADD610AA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2A71EA-3F7A-645D-3471-55E46FF8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84901"/>
            <a:ext cx="10772775" cy="165819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1"/>
                </a:solidFill>
                <a:latin typeface="Arial Black" panose="020B0A04020102020204" pitchFamily="34" charset="0"/>
              </a:rPr>
              <a:t>Data Validation + Data Preparation</a:t>
            </a:r>
            <a:endParaRPr lang="ru-RU" sz="3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7E53516-6FB7-CEEB-A2A7-078223EC36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7224" y="1555681"/>
            <a:ext cx="8339292" cy="261319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77E337D-35CA-4C60-C607-AA4F52A50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223" y="4454464"/>
            <a:ext cx="4976661" cy="2077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После этого я создал целевую переменную:</a:t>
            </a:r>
          </a:p>
          <a:p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= 1, если команда выиграла</a:t>
            </a:r>
          </a:p>
          <a:p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= 0, если команда не выиграла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3978E-A5BF-FB20-E36B-9E084FD712B1}"/>
              </a:ext>
            </a:extLst>
          </p:cNvPr>
          <p:cNvSpPr txBox="1"/>
          <p:nvPr/>
        </p:nvSpPr>
        <p:spPr>
          <a:xfrm>
            <a:off x="6417087" y="4454464"/>
            <a:ext cx="51176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Также </a:t>
            </a:r>
            <a:r>
              <a:rPr lang="ru-RU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были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проверены: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пропущенные значения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формат даты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типы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категориальные признаки</a:t>
            </a:r>
          </a:p>
        </p:txBody>
      </p:sp>
    </p:spTree>
    <p:extLst>
      <p:ext uri="{BB962C8B-B14F-4D97-AF65-F5344CB8AC3E}">
        <p14:creationId xmlns:p14="http://schemas.microsoft.com/office/powerpoint/2010/main" val="321269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E939-7852-A4F6-4597-DCA49AC2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BD1AE-7B95-0FED-7DDA-C5F5D06F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84901"/>
            <a:ext cx="10772775" cy="1658198"/>
          </a:xfrm>
        </p:spPr>
        <p:txBody>
          <a:bodyPr>
            <a:normAutofit/>
          </a:bodyPr>
          <a:lstStyle/>
          <a:p>
            <a:r>
              <a:rPr lang="en-GB" sz="3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Modeling</a:t>
            </a:r>
            <a:endParaRPr lang="ru-RU" sz="3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D87B9FE-CEC3-CE59-E5D4-F11048710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224" y="1593278"/>
            <a:ext cx="11161150" cy="2077914"/>
          </a:xfrm>
        </p:spPr>
        <p:txBody>
          <a:bodyPr>
            <a:normAutofit fontScale="92500" lnSpcReduction="10000"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До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Rolling Averages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Forest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правильно предсказывал около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всех случаев. Когда он предсказывал победу, он был прав примерно в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случаев. Но он находил только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настоящих побед, поэтому F1-score был низкий —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D1586-5441-3ECB-DDFA-76216AE85B6A}"/>
              </a:ext>
            </a:extLst>
          </p:cNvPr>
          <p:cNvSpPr txBox="1"/>
          <p:nvPr/>
        </p:nvSpPr>
        <p:spPr>
          <a:xfrm>
            <a:off x="657225" y="3980423"/>
            <a:ext cx="111611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Logistic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имела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но это обманчивый результат. Она почти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предсказывала только класс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то есть “команда не выиграет”. Поэтому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и F1-score получились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90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EA2F-D300-5313-0FCF-8665358A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E49596-5298-BC98-2F47-BD6ADB42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84901"/>
            <a:ext cx="10772775" cy="1658198"/>
          </a:xfrm>
        </p:spPr>
        <p:txBody>
          <a:bodyPr>
            <a:normAutofit/>
          </a:bodyPr>
          <a:lstStyle/>
          <a:p>
            <a:r>
              <a:rPr lang="en-GB" sz="3600" dirty="0" err="1">
                <a:solidFill>
                  <a:schemeClr val="tx1"/>
                </a:solidFill>
                <a:latin typeface="Arial Black" panose="020B0A04020102020204" pitchFamily="34" charset="0"/>
              </a:rPr>
              <a:t>Modeling</a:t>
            </a:r>
            <a:endParaRPr lang="ru-RU" sz="3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011C44-884E-0DB4-0C5A-1DCC1B449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224" y="1494839"/>
            <a:ext cx="4937331" cy="2890347"/>
          </a:xfrm>
        </p:spPr>
        <p:txBody>
          <a:bodyPr>
            <a:no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После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Rolling Averages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(RF)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Accuracy: 0.633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Precision: 0.534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Recall: 0.410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F1-score: 0.464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18242A-8DF9-E67D-AC24-785014A39C9E}"/>
              </a:ext>
            </a:extLst>
          </p:cNvPr>
          <p:cNvSpPr txBox="1"/>
          <p:nvPr/>
        </p:nvSpPr>
        <p:spPr>
          <a:xfrm>
            <a:off x="6043611" y="1438913"/>
            <a:ext cx="5624051" cy="2609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LR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Accuracy: 0.644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Precision: 0.574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Recall: 0.312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F1-score: 0.404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18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204E-D9B4-5517-A7F5-E57D2CEFB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55C88D-FD01-6446-47D8-D1B34ADF1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84901"/>
            <a:ext cx="10772775" cy="165819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1"/>
                </a:solidFill>
                <a:latin typeface="Arial Black" panose="020B0A04020102020204" pitchFamily="34" charset="0"/>
              </a:rPr>
              <a:t>Limitations</a:t>
            </a:r>
            <a:endParaRPr lang="ru-RU" sz="3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43F4954-718F-8706-622B-BCF438ED4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224" y="1711149"/>
            <a:ext cx="4937331" cy="1938992"/>
          </a:xfrm>
        </p:spPr>
        <p:txBody>
          <a:bodyPr>
            <a:no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Во-первых, футбол очень сложно предсказывать.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Результат матча зависит не только от статистики прошлых матчей.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B62D7-B77D-2B5A-19A6-2A002E94ECA5}"/>
              </a:ext>
            </a:extLst>
          </p:cNvPr>
          <p:cNvSpPr txBox="1"/>
          <p:nvPr/>
        </p:nvSpPr>
        <p:spPr>
          <a:xfrm>
            <a:off x="6043611" y="1642322"/>
            <a:ext cx="56240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датасете нет важных факторов: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травмы игроков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составы на матч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трансферы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форма отдельных игроков и т.д.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56D18-6B31-DB13-283F-CF3075027641}"/>
              </a:ext>
            </a:extLst>
          </p:cNvPr>
          <p:cNvSpPr txBox="1"/>
          <p:nvPr/>
        </p:nvSpPr>
        <p:spPr>
          <a:xfrm>
            <a:off x="786581" y="436597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Также модель не предсказывает точный счет. Она предсказывает только победа или поражение, так как поражение и ничья это один класс 0.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1594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70</TotalTime>
  <Words>278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 Light</vt:lpstr>
      <vt:lpstr>Metropolitan</vt:lpstr>
      <vt:lpstr>Проект: Прогнозирование победителя матча Английской Премьер-лиги</vt:lpstr>
      <vt:lpstr>Вопрос: Как дать футбольному менеджеру или аналитику простой инструмент для прогноза результата матча?</vt:lpstr>
      <vt:lpstr>Data Validation + Data Preparation</vt:lpstr>
      <vt:lpstr>Modeling</vt:lpstr>
      <vt:lpstr>Modeling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Miras Nurtazin</dc:creator>
  <cp:lastModifiedBy>Miras Nurtazin</cp:lastModifiedBy>
  <cp:revision>2</cp:revision>
  <dcterms:created xsi:type="dcterms:W3CDTF">2026-04-29T13:26:34Z</dcterms:created>
  <dcterms:modified xsi:type="dcterms:W3CDTF">2026-04-29T14:36:51Z</dcterms:modified>
</cp:coreProperties>
</file>